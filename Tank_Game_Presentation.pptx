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Проект: Игра «Танчики»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Разработка на Python с использованием библиотеки Arcade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 проекте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2D игра в жанре аркада</a:t>
            </a:r>
          </a:p>
          <a:p>
            <a:r>
              <a:t>• Разработана на Python</a:t>
            </a:r>
          </a:p>
          <a:p>
            <a:r>
              <a:t>• Используется библиотека Arcade</a:t>
            </a:r>
          </a:p>
          <a:p>
            <a:r>
              <a:t>• Управление танком и уничтожение врагов</a:t>
            </a:r>
          </a:p>
          <a:p>
            <a:r>
              <a:t>• Система волн и усложнения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Основные возможности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Движение танка (WASD)</a:t>
            </a:r>
          </a:p>
          <a:p>
            <a:r>
              <a:t>• Стрельба (мышь / пробел)</a:t>
            </a:r>
          </a:p>
          <a:p>
            <a:r>
              <a:t>• Разные типы врагов</a:t>
            </a:r>
          </a:p>
          <a:p>
            <a:r>
              <a:t>• Система здоровья</a:t>
            </a:r>
          </a:p>
          <a:p>
            <a:r>
              <a:t>• Очки и рекорды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Типы врагов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Обычный — стандартный баланс</a:t>
            </a:r>
          </a:p>
          <a:p>
            <a:r>
              <a:t>• Быстрый — высокая скорость, мало здоровья</a:t>
            </a:r>
          </a:p>
          <a:p>
            <a:r>
              <a:t>• Тяжёлый — много здоровья, высокий урон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Бонусы (Power-ups)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Восстановление здоровья</a:t>
            </a:r>
          </a:p>
          <a:p>
            <a:r>
              <a:t>• Увеличение скорости</a:t>
            </a:r>
          </a:p>
          <a:p>
            <a:r>
              <a:t>• Усиление урона</a:t>
            </a:r>
          </a:p>
          <a:p>
            <a:r>
              <a:t>• Быстрая стрельба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Использованные технологии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Python</a:t>
            </a:r>
          </a:p>
          <a:p>
            <a:r>
              <a:t>• Arcade</a:t>
            </a:r>
          </a:p>
          <a:p>
            <a:r>
              <a:t>• Pygame (создание спрайтов)</a:t>
            </a:r>
          </a:p>
          <a:p>
            <a:r>
              <a:t>• JSON (сохранение рекорда)</a:t>
            </a:r>
          </a:p>
          <a:p>
            <a:r>
              <a:t>• Объектно-ориентированное программирование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Итог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Реализована полноценная 2D игра</a:t>
            </a:r>
          </a:p>
          <a:p>
            <a:r>
              <a:t>• Проработана архитектура классов</a:t>
            </a:r>
          </a:p>
          <a:p>
            <a:r>
              <a:t>• Добавлены эффекты, бонусы и уровни</a:t>
            </a:r>
          </a:p>
          <a:p>
            <a:r>
              <a:t>• Проект можно расширять и улучшать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